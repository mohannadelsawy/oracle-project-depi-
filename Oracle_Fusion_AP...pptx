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Hida" userId="650a3f55b46e57b7" providerId="LiveId" clId="{E32B4D23-C8E8-4D48-BF52-FF06FB7E4A04}"/>
    <pc:docChg chg="modSld">
      <pc:chgData name="Ahmad Hida" userId="650a3f55b46e57b7" providerId="LiveId" clId="{E32B4D23-C8E8-4D48-BF52-FF06FB7E4A04}" dt="2026-10-26T21:06:04.327" v="38" actId="14100"/>
      <pc:docMkLst>
        <pc:docMk/>
      </pc:docMkLst>
      <pc:sldChg chg="modSp">
        <pc:chgData name="Ahmad Hida" userId="650a3f55b46e57b7" providerId="LiveId" clId="{E32B4D23-C8E8-4D48-BF52-FF06FB7E4A04}" dt="2026-10-26T21:02:24.237" v="1"/>
        <pc:sldMkLst>
          <pc:docMk/>
          <pc:sldMk cId="0" sldId="256"/>
        </pc:sldMkLst>
        <pc:spChg chg="mod">
          <ac:chgData name="Ahmad Hida" userId="650a3f55b46e57b7" providerId="LiveId" clId="{E32B4D23-C8E8-4D48-BF52-FF06FB7E4A04}" dt="2026-10-26T21:02:06.771" v="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hmad Hida" userId="650a3f55b46e57b7" providerId="LiveId" clId="{E32B4D23-C8E8-4D48-BF52-FF06FB7E4A04}" dt="2026-10-26T21:02:24.237" v="1"/>
          <ac:spMkLst>
            <pc:docMk/>
            <pc:sldMk cId="0" sldId="256"/>
            <ac:spMk id="14" creationId="{00000000-0000-0000-0000-000000000000}"/>
          </ac:spMkLst>
        </pc:spChg>
      </pc:sldChg>
      <pc:sldChg chg="modSp">
        <pc:chgData name="Ahmad Hida" userId="650a3f55b46e57b7" providerId="LiveId" clId="{E32B4D23-C8E8-4D48-BF52-FF06FB7E4A04}" dt="2026-10-26T21:03:58.565" v="8" actId="207"/>
        <pc:sldMkLst>
          <pc:docMk/>
          <pc:sldMk cId="0" sldId="257"/>
        </pc:sldMkLst>
        <pc:spChg chg="mod">
          <ac:chgData name="Ahmad Hida" userId="650a3f55b46e57b7" providerId="LiveId" clId="{E32B4D23-C8E8-4D48-BF52-FF06FB7E4A04}" dt="2026-10-26T21:03:48.087" v="5"/>
          <ac:spMkLst>
            <pc:docMk/>
            <pc:sldMk cId="0" sldId="257"/>
            <ac:spMk id="5" creationId="{00000000-0000-0000-0000-000000000000}"/>
          </ac:spMkLst>
        </pc:spChg>
        <pc:spChg chg="mod">
          <ac:chgData name="Ahmad Hida" userId="650a3f55b46e57b7" providerId="LiveId" clId="{E32B4D23-C8E8-4D48-BF52-FF06FB7E4A04}" dt="2026-10-26T21:03:58.565" v="8" actId="20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Ahmad Hida" userId="650a3f55b46e57b7" providerId="LiveId" clId="{E32B4D23-C8E8-4D48-BF52-FF06FB7E4A04}" dt="2026-10-26T21:04:18.186" v="10" actId="207"/>
        <pc:sldMkLst>
          <pc:docMk/>
          <pc:sldMk cId="0" sldId="275"/>
        </pc:sldMkLst>
        <pc:spChg chg="mod">
          <ac:chgData name="Ahmad Hida" userId="650a3f55b46e57b7" providerId="LiveId" clId="{E32B4D23-C8E8-4D48-BF52-FF06FB7E4A04}" dt="2026-10-26T21:04:18.186" v="10" actId="207"/>
          <ac:spMkLst>
            <pc:docMk/>
            <pc:sldMk cId="0" sldId="275"/>
            <ac:spMk id="6" creationId="{00000000-0000-0000-0000-000000000000}"/>
          </ac:spMkLst>
        </pc:spChg>
      </pc:sldChg>
      <pc:sldChg chg="modSp">
        <pc:chgData name="Ahmad Hida" userId="650a3f55b46e57b7" providerId="LiveId" clId="{E32B4D23-C8E8-4D48-BF52-FF06FB7E4A04}" dt="2026-10-26T21:04:26.879" v="11" actId="207"/>
        <pc:sldMkLst>
          <pc:docMk/>
          <pc:sldMk cId="0" sldId="282"/>
        </pc:sldMkLst>
        <pc:spChg chg="mod">
          <ac:chgData name="Ahmad Hida" userId="650a3f55b46e57b7" providerId="LiveId" clId="{E32B4D23-C8E8-4D48-BF52-FF06FB7E4A04}" dt="2026-10-26T21:04:26.879" v="11" actId="207"/>
          <ac:spMkLst>
            <pc:docMk/>
            <pc:sldMk cId="0" sldId="282"/>
            <ac:spMk id="6" creationId="{00000000-0000-0000-0000-000000000000}"/>
          </ac:spMkLst>
        </pc:spChg>
      </pc:sldChg>
      <pc:sldChg chg="modSp">
        <pc:chgData name="Ahmad Hida" userId="650a3f55b46e57b7" providerId="LiveId" clId="{E32B4D23-C8E8-4D48-BF52-FF06FB7E4A04}" dt="2026-10-26T21:04:33.986" v="12" actId="207"/>
        <pc:sldMkLst>
          <pc:docMk/>
          <pc:sldMk cId="0" sldId="294"/>
        </pc:sldMkLst>
        <pc:spChg chg="mod">
          <ac:chgData name="Ahmad Hida" userId="650a3f55b46e57b7" providerId="LiveId" clId="{E32B4D23-C8E8-4D48-BF52-FF06FB7E4A04}" dt="2026-10-26T21:03:09.557" v="2"/>
          <ac:spMkLst>
            <pc:docMk/>
            <pc:sldMk cId="0" sldId="294"/>
            <ac:spMk id="5" creationId="{00000000-0000-0000-0000-000000000000}"/>
          </ac:spMkLst>
        </pc:spChg>
        <pc:spChg chg="mod">
          <ac:chgData name="Ahmad Hida" userId="650a3f55b46e57b7" providerId="LiveId" clId="{E32B4D23-C8E8-4D48-BF52-FF06FB7E4A04}" dt="2026-10-26T21:04:33.986" v="12" actId="207"/>
          <ac:spMkLst>
            <pc:docMk/>
            <pc:sldMk cId="0" sldId="294"/>
            <ac:spMk id="6" creationId="{00000000-0000-0000-0000-000000000000}"/>
          </ac:spMkLst>
        </pc:spChg>
      </pc:sldChg>
      <pc:sldChg chg="modSp">
        <pc:chgData name="Ahmad Hida" userId="650a3f55b46e57b7" providerId="LiveId" clId="{E32B4D23-C8E8-4D48-BF52-FF06FB7E4A04}" dt="2026-10-26T21:06:04.327" v="38" actId="14100"/>
        <pc:sldMkLst>
          <pc:docMk/>
          <pc:sldMk cId="0" sldId="295"/>
        </pc:sldMkLst>
        <pc:picChg chg="mod">
          <ac:chgData name="Ahmad Hida" userId="650a3f55b46e57b7" providerId="LiveId" clId="{E32B4D23-C8E8-4D48-BF52-FF06FB7E4A04}" dt="2026-10-26T21:06:04.327" v="38" actId="14100"/>
          <ac:picMkLst>
            <pc:docMk/>
            <pc:sldMk cId="0" sldId="295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58.063" v="36" actId="14100"/>
        <pc:sldMkLst>
          <pc:docMk/>
          <pc:sldMk cId="0" sldId="296"/>
        </pc:sldMkLst>
        <pc:picChg chg="mod">
          <ac:chgData name="Ahmad Hida" userId="650a3f55b46e57b7" providerId="LiveId" clId="{E32B4D23-C8E8-4D48-BF52-FF06FB7E4A04}" dt="2026-10-26T21:05:58.063" v="36" actId="14100"/>
          <ac:picMkLst>
            <pc:docMk/>
            <pc:sldMk cId="0" sldId="296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49.969" v="34" actId="14100"/>
        <pc:sldMkLst>
          <pc:docMk/>
          <pc:sldMk cId="0" sldId="297"/>
        </pc:sldMkLst>
        <pc:picChg chg="mod">
          <ac:chgData name="Ahmad Hida" userId="650a3f55b46e57b7" providerId="LiveId" clId="{E32B4D23-C8E8-4D48-BF52-FF06FB7E4A04}" dt="2026-10-26T21:05:49.969" v="34" actId="14100"/>
          <ac:picMkLst>
            <pc:docMk/>
            <pc:sldMk cId="0" sldId="297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44.250" v="32" actId="14100"/>
        <pc:sldMkLst>
          <pc:docMk/>
          <pc:sldMk cId="0" sldId="298"/>
        </pc:sldMkLst>
        <pc:picChg chg="mod">
          <ac:chgData name="Ahmad Hida" userId="650a3f55b46e57b7" providerId="LiveId" clId="{E32B4D23-C8E8-4D48-BF52-FF06FB7E4A04}" dt="2026-10-26T21:05:44.250" v="32" actId="14100"/>
          <ac:picMkLst>
            <pc:docMk/>
            <pc:sldMk cId="0" sldId="298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37.728" v="30" actId="14100"/>
        <pc:sldMkLst>
          <pc:docMk/>
          <pc:sldMk cId="0" sldId="299"/>
        </pc:sldMkLst>
        <pc:picChg chg="mod">
          <ac:chgData name="Ahmad Hida" userId="650a3f55b46e57b7" providerId="LiveId" clId="{E32B4D23-C8E8-4D48-BF52-FF06FB7E4A04}" dt="2026-10-26T21:05:37.728" v="30" actId="14100"/>
          <ac:picMkLst>
            <pc:docMk/>
            <pc:sldMk cId="0" sldId="299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32.038" v="28" actId="14100"/>
        <pc:sldMkLst>
          <pc:docMk/>
          <pc:sldMk cId="0" sldId="300"/>
        </pc:sldMkLst>
        <pc:picChg chg="mod">
          <ac:chgData name="Ahmad Hida" userId="650a3f55b46e57b7" providerId="LiveId" clId="{E32B4D23-C8E8-4D48-BF52-FF06FB7E4A04}" dt="2026-10-26T21:05:32.038" v="28" actId="14100"/>
          <ac:picMkLst>
            <pc:docMk/>
            <pc:sldMk cId="0" sldId="300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23.512" v="26" actId="14100"/>
        <pc:sldMkLst>
          <pc:docMk/>
          <pc:sldMk cId="0" sldId="301"/>
        </pc:sldMkLst>
        <pc:picChg chg="mod">
          <ac:chgData name="Ahmad Hida" userId="650a3f55b46e57b7" providerId="LiveId" clId="{E32B4D23-C8E8-4D48-BF52-FF06FB7E4A04}" dt="2026-10-26T21:05:23.512" v="26" actId="14100"/>
          <ac:picMkLst>
            <pc:docMk/>
            <pc:sldMk cId="0" sldId="301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16.938" v="24" actId="14100"/>
        <pc:sldMkLst>
          <pc:docMk/>
          <pc:sldMk cId="0" sldId="302"/>
        </pc:sldMkLst>
        <pc:picChg chg="mod">
          <ac:chgData name="Ahmad Hida" userId="650a3f55b46e57b7" providerId="LiveId" clId="{E32B4D23-C8E8-4D48-BF52-FF06FB7E4A04}" dt="2026-10-26T21:05:16.938" v="24" actId="14100"/>
          <ac:picMkLst>
            <pc:docMk/>
            <pc:sldMk cId="0" sldId="302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5:09.792" v="22" actId="14100"/>
        <pc:sldMkLst>
          <pc:docMk/>
          <pc:sldMk cId="0" sldId="303"/>
        </pc:sldMkLst>
        <pc:picChg chg="mod">
          <ac:chgData name="Ahmad Hida" userId="650a3f55b46e57b7" providerId="LiveId" clId="{E32B4D23-C8E8-4D48-BF52-FF06FB7E4A04}" dt="2026-10-26T21:05:09.792" v="22" actId="14100"/>
          <ac:picMkLst>
            <pc:docMk/>
            <pc:sldMk cId="0" sldId="303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4:59.850" v="20" actId="14100"/>
        <pc:sldMkLst>
          <pc:docMk/>
          <pc:sldMk cId="0" sldId="304"/>
        </pc:sldMkLst>
        <pc:picChg chg="mod">
          <ac:chgData name="Ahmad Hida" userId="650a3f55b46e57b7" providerId="LiveId" clId="{E32B4D23-C8E8-4D48-BF52-FF06FB7E4A04}" dt="2026-10-26T21:04:59.850" v="20" actId="14100"/>
          <ac:picMkLst>
            <pc:docMk/>
            <pc:sldMk cId="0" sldId="304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4:54.970" v="18" actId="14100"/>
        <pc:sldMkLst>
          <pc:docMk/>
          <pc:sldMk cId="0" sldId="305"/>
        </pc:sldMkLst>
        <pc:picChg chg="mod">
          <ac:chgData name="Ahmad Hida" userId="650a3f55b46e57b7" providerId="LiveId" clId="{E32B4D23-C8E8-4D48-BF52-FF06FB7E4A04}" dt="2026-10-26T21:04:54.970" v="18" actId="14100"/>
          <ac:picMkLst>
            <pc:docMk/>
            <pc:sldMk cId="0" sldId="305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4:48.318" v="16" actId="14100"/>
        <pc:sldMkLst>
          <pc:docMk/>
          <pc:sldMk cId="0" sldId="306"/>
        </pc:sldMkLst>
        <pc:picChg chg="mod">
          <ac:chgData name="Ahmad Hida" userId="650a3f55b46e57b7" providerId="LiveId" clId="{E32B4D23-C8E8-4D48-BF52-FF06FB7E4A04}" dt="2026-10-26T21:04:48.318" v="16" actId="14100"/>
          <ac:picMkLst>
            <pc:docMk/>
            <pc:sldMk cId="0" sldId="306"/>
            <ac:picMk id="2" creationId="{00000000-0000-0000-0000-000000000000}"/>
          </ac:picMkLst>
        </pc:picChg>
      </pc:sldChg>
      <pc:sldChg chg="modSp">
        <pc:chgData name="Ahmad Hida" userId="650a3f55b46e57b7" providerId="LiveId" clId="{E32B4D23-C8E8-4D48-BF52-FF06FB7E4A04}" dt="2026-10-26T21:04:43.874" v="14" actId="14100"/>
        <pc:sldMkLst>
          <pc:docMk/>
          <pc:sldMk cId="0" sldId="307"/>
        </pc:sldMkLst>
        <pc:picChg chg="mod">
          <ac:chgData name="Ahmad Hida" userId="650a3f55b46e57b7" providerId="LiveId" clId="{E32B4D23-C8E8-4D48-BF52-FF06FB7E4A04}" dt="2026-10-26T21:04:43.874" v="14" actId="14100"/>
          <ac:picMkLst>
            <pc:docMk/>
            <pc:sldMk cId="0" sldId="307"/>
            <ac:picMk id="2" creationId="{00000000-0000-0000-0000-000000000000}"/>
          </ac:picMkLst>
        </pc:picChg>
      </pc:sldChg>
    </pc:docChg>
  </pc:docChgLst>
  <pc:docChgLst>
    <pc:chgData name="Ahmad Hida" userId="650a3f55b46e57b7" providerId="LiveId" clId="{6D18DE82-C710-40A1-A306-92FDD39298AF}"/>
    <pc:docChg chg="custSel delSld modSld">
      <pc:chgData name="Ahmad Hida" userId="650a3f55b46e57b7" providerId="LiveId" clId="{6D18DE82-C710-40A1-A306-92FDD39298AF}" dt="2026-10-26T21:25:57.865" v="29" actId="21"/>
      <pc:docMkLst>
        <pc:docMk/>
      </pc:docMkLst>
      <pc:sldChg chg="del">
        <pc:chgData name="Ahmad Hida" userId="650a3f55b46e57b7" providerId="LiveId" clId="{6D18DE82-C710-40A1-A306-92FDD39298AF}" dt="2026-10-26T21:19:54.965" v="0" actId="2696"/>
        <pc:sldMkLst>
          <pc:docMk/>
          <pc:sldMk cId="0" sldId="256"/>
        </pc:sldMkLst>
      </pc:sldChg>
      <pc:sldChg chg="del">
        <pc:chgData name="Ahmad Hida" userId="650a3f55b46e57b7" providerId="LiveId" clId="{6D18DE82-C710-40A1-A306-92FDD39298AF}" dt="2026-10-26T21:19:56.885" v="1" actId="2696"/>
        <pc:sldMkLst>
          <pc:docMk/>
          <pc:sldMk cId="0" sldId="257"/>
        </pc:sldMkLst>
      </pc:sldChg>
      <pc:sldChg chg="addSp delSp modSp">
        <pc:chgData name="Ahmad Hida" userId="650a3f55b46e57b7" providerId="LiveId" clId="{6D18DE82-C710-40A1-A306-92FDD39298AF}" dt="2026-10-26T21:25:57.865" v="29" actId="21"/>
        <pc:sldMkLst>
          <pc:docMk/>
          <pc:sldMk cId="0" sldId="258"/>
        </pc:sldMkLst>
        <pc:picChg chg="add del mod">
          <ac:chgData name="Ahmad Hida" userId="650a3f55b46e57b7" providerId="LiveId" clId="{6D18DE82-C710-40A1-A306-92FDD39298AF}" dt="2026-10-26T21:25:57.865" v="29" actId="21"/>
          <ac:picMkLst>
            <pc:docMk/>
            <pc:sldMk cId="0" sldId="258"/>
            <ac:picMk id="3" creationId="{BB5CB2A4-605A-4F39-AB34-BC5FDF559296}"/>
          </ac:picMkLst>
        </pc:picChg>
      </pc:sldChg>
      <pc:sldChg chg="addSp modSp">
        <pc:chgData name="Ahmad Hida" userId="650a3f55b46e57b7" providerId="LiveId" clId="{6D18DE82-C710-40A1-A306-92FDD39298AF}" dt="2026-10-26T21:23:26.645" v="12"/>
        <pc:sldMkLst>
          <pc:docMk/>
          <pc:sldMk cId="0" sldId="276"/>
        </pc:sldMkLst>
        <pc:picChg chg="mod">
          <ac:chgData name="Ahmad Hida" userId="650a3f55b46e57b7" providerId="LiveId" clId="{6D18DE82-C710-40A1-A306-92FDD39298AF}" dt="2026-10-26T21:21:10.240" v="10" actId="14100"/>
          <ac:picMkLst>
            <pc:docMk/>
            <pc:sldMk cId="0" sldId="276"/>
            <ac:picMk id="2" creationId="{00000000-0000-0000-0000-000000000000}"/>
          </ac:picMkLst>
        </pc:picChg>
        <pc:picChg chg="add mod">
          <ac:chgData name="Ahmad Hida" userId="650a3f55b46e57b7" providerId="LiveId" clId="{6D18DE82-C710-40A1-A306-92FDD39298AF}" dt="2026-10-26T21:21:12.234" v="11" actId="1076"/>
          <ac:picMkLst>
            <pc:docMk/>
            <pc:sldMk cId="0" sldId="276"/>
            <ac:picMk id="3" creationId="{940B42BD-9EC8-4161-AD21-41BB3FF9F799}"/>
          </ac:picMkLst>
        </pc:picChg>
        <pc:picChg chg="add">
          <ac:chgData name="Ahmad Hida" userId="650a3f55b46e57b7" providerId="LiveId" clId="{6D18DE82-C710-40A1-A306-92FDD39298AF}" dt="2026-10-26T21:23:26.645" v="12"/>
          <ac:picMkLst>
            <pc:docMk/>
            <pc:sldMk cId="0" sldId="276"/>
            <ac:picMk id="4" creationId="{EB7C09B1-0BF6-4BB2-99FF-A8CC3FDAFB49}"/>
          </ac:picMkLst>
        </pc:picChg>
      </pc:sldChg>
      <pc:sldChg chg="addSp modSp">
        <pc:chgData name="Ahmad Hida" userId="650a3f55b46e57b7" providerId="LiveId" clId="{6D18DE82-C710-40A1-A306-92FDD39298AF}" dt="2026-10-26T21:23:37.127" v="14"/>
        <pc:sldMkLst>
          <pc:docMk/>
          <pc:sldMk cId="0" sldId="277"/>
        </pc:sldMkLst>
        <pc:picChg chg="mod">
          <ac:chgData name="Ahmad Hida" userId="650a3f55b46e57b7" providerId="LiveId" clId="{6D18DE82-C710-40A1-A306-92FDD39298AF}" dt="2026-10-26T21:23:33.718" v="13" actId="14100"/>
          <ac:picMkLst>
            <pc:docMk/>
            <pc:sldMk cId="0" sldId="277"/>
            <ac:picMk id="2" creationId="{00000000-0000-0000-0000-000000000000}"/>
          </ac:picMkLst>
        </pc:picChg>
        <pc:picChg chg="add">
          <ac:chgData name="Ahmad Hida" userId="650a3f55b46e57b7" providerId="LiveId" clId="{6D18DE82-C710-40A1-A306-92FDD39298AF}" dt="2026-10-26T21:23:37.127" v="14"/>
          <ac:picMkLst>
            <pc:docMk/>
            <pc:sldMk cId="0" sldId="277"/>
            <ac:picMk id="3" creationId="{9A30F85A-240E-42D8-8250-4DABE209EFB0}"/>
          </ac:picMkLst>
        </pc:picChg>
      </pc:sldChg>
      <pc:sldChg chg="addSp modSp">
        <pc:chgData name="Ahmad Hida" userId="650a3f55b46e57b7" providerId="LiveId" clId="{6D18DE82-C710-40A1-A306-92FDD39298AF}" dt="2026-10-26T21:23:51.751" v="16" actId="14100"/>
        <pc:sldMkLst>
          <pc:docMk/>
          <pc:sldMk cId="0" sldId="278"/>
        </pc:sldMkLst>
        <pc:picChg chg="add mod">
          <ac:chgData name="Ahmad Hida" userId="650a3f55b46e57b7" providerId="LiveId" clId="{6D18DE82-C710-40A1-A306-92FDD39298AF}" dt="2026-10-26T21:23:51.751" v="16" actId="14100"/>
          <ac:picMkLst>
            <pc:docMk/>
            <pc:sldMk cId="0" sldId="278"/>
            <ac:picMk id="3" creationId="{B70881E4-3E8A-4501-B11C-8BE88874D76F}"/>
          </ac:picMkLst>
        </pc:picChg>
      </pc:sldChg>
      <pc:sldChg chg="addSp modSp">
        <pc:chgData name="Ahmad Hida" userId="650a3f55b46e57b7" providerId="LiveId" clId="{6D18DE82-C710-40A1-A306-92FDD39298AF}" dt="2026-10-26T21:25:33.026" v="28" actId="1076"/>
        <pc:sldMkLst>
          <pc:docMk/>
          <pc:sldMk cId="0" sldId="306"/>
        </pc:sldMkLst>
        <pc:picChg chg="mod">
          <ac:chgData name="Ahmad Hida" userId="650a3f55b46e57b7" providerId="LiveId" clId="{6D18DE82-C710-40A1-A306-92FDD39298AF}" dt="2026-10-26T21:25:33.026" v="28" actId="1076"/>
          <ac:picMkLst>
            <pc:docMk/>
            <pc:sldMk cId="0" sldId="306"/>
            <ac:picMk id="2" creationId="{00000000-0000-0000-0000-000000000000}"/>
          </ac:picMkLst>
        </pc:picChg>
        <pc:picChg chg="add mod">
          <ac:chgData name="Ahmad Hida" userId="650a3f55b46e57b7" providerId="LiveId" clId="{6D18DE82-C710-40A1-A306-92FDD39298AF}" dt="2026-10-26T21:25:19.004" v="26" actId="14100"/>
          <ac:picMkLst>
            <pc:docMk/>
            <pc:sldMk cId="0" sldId="306"/>
            <ac:picMk id="3" creationId="{02E35A92-2590-4507-A13A-8AFEB078CDB6}"/>
          </ac:picMkLst>
        </pc:picChg>
      </pc:sldChg>
      <pc:sldChg chg="addSp modSp">
        <pc:chgData name="Ahmad Hida" userId="650a3f55b46e57b7" providerId="LiveId" clId="{6D18DE82-C710-40A1-A306-92FDD39298AF}" dt="2026-10-26T21:24:57.987" v="21" actId="14100"/>
        <pc:sldMkLst>
          <pc:docMk/>
          <pc:sldMk cId="0" sldId="307"/>
        </pc:sldMkLst>
        <pc:picChg chg="mod">
          <ac:chgData name="Ahmad Hida" userId="650a3f55b46e57b7" providerId="LiveId" clId="{6D18DE82-C710-40A1-A306-92FDD39298AF}" dt="2026-10-26T21:24:57.987" v="21" actId="14100"/>
          <ac:picMkLst>
            <pc:docMk/>
            <pc:sldMk cId="0" sldId="307"/>
            <ac:picMk id="2" creationId="{00000000-0000-0000-0000-000000000000}"/>
          </ac:picMkLst>
        </pc:picChg>
        <pc:picChg chg="add mod">
          <ac:chgData name="Ahmad Hida" userId="650a3f55b46e57b7" providerId="LiveId" clId="{6D18DE82-C710-40A1-A306-92FDD39298AF}" dt="2026-10-26T21:24:51.361" v="19" actId="14100"/>
          <ac:picMkLst>
            <pc:docMk/>
            <pc:sldMk cId="0" sldId="307"/>
            <ac:picMk id="3" creationId="{19C7D49D-82F8-47DA-8201-BA9BFC2951B5}"/>
          </ac:picMkLst>
        </pc:picChg>
      </pc:sldChg>
    </pc:docChg>
  </pc:docChgLst>
  <pc:docChgLst>
    <pc:chgData name="Ahmad Hida" userId="650a3f55b46e57b7" providerId="LiveId" clId="{ABE6E46E-6F03-46ED-A865-98F7ECAFABDE}"/>
    <pc:docChg chg="modSld">
      <pc:chgData name="Ahmad Hida" userId="650a3f55b46e57b7" providerId="LiveId" clId="{ABE6E46E-6F03-46ED-A865-98F7ECAFABDE}" dt="2026-10-27T01:01:55.927" v="72"/>
      <pc:docMkLst>
        <pc:docMk/>
      </pc:docMkLst>
      <pc:sldChg chg="modSp">
        <pc:chgData name="Ahmad Hida" userId="650a3f55b46e57b7" providerId="LiveId" clId="{ABE6E46E-6F03-46ED-A865-98F7ECAFABDE}" dt="2026-10-27T00:45:04.635" v="0" actId="1076"/>
        <pc:sldMkLst>
          <pc:docMk/>
          <pc:sldMk cId="0" sldId="259"/>
        </pc:sldMkLst>
        <pc:picChg chg="mod">
          <ac:chgData name="Ahmad Hida" userId="650a3f55b46e57b7" providerId="LiveId" clId="{ABE6E46E-6F03-46ED-A865-98F7ECAFABDE}" dt="2026-10-27T00:45:04.635" v="0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45:32.763" v="1" actId="1076"/>
        <pc:sldMkLst>
          <pc:docMk/>
          <pc:sldMk cId="0" sldId="265"/>
        </pc:sldMkLst>
        <pc:picChg chg="mod">
          <ac:chgData name="Ahmad Hida" userId="650a3f55b46e57b7" providerId="LiveId" clId="{ABE6E46E-6F03-46ED-A865-98F7ECAFABDE}" dt="2026-10-27T00:45:32.763" v="1" actId="1076"/>
          <ac:picMkLst>
            <pc:docMk/>
            <pc:sldMk cId="0" sldId="265"/>
            <ac:picMk id="2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46:34.425" v="3" actId="207"/>
        <pc:sldMkLst>
          <pc:docMk/>
          <pc:sldMk cId="0" sldId="275"/>
        </pc:sldMkLst>
        <pc:spChg chg="mod">
          <ac:chgData name="Ahmad Hida" userId="650a3f55b46e57b7" providerId="LiveId" clId="{ABE6E46E-6F03-46ED-A865-98F7ECAFABDE}" dt="2026-10-27T00:46:34.425" v="3" actId="207"/>
          <ac:spMkLst>
            <pc:docMk/>
            <pc:sldMk cId="0" sldId="275"/>
            <ac:spMk id="9" creationId="{00000000-0000-0000-0000-000000000000}"/>
          </ac:spMkLst>
        </pc:spChg>
      </pc:sldChg>
      <pc:sldChg chg="modSp">
        <pc:chgData name="Ahmad Hida" userId="650a3f55b46e57b7" providerId="LiveId" clId="{ABE6E46E-6F03-46ED-A865-98F7ECAFABDE}" dt="2026-10-27T00:46:55.621" v="6" actId="1076"/>
        <pc:sldMkLst>
          <pc:docMk/>
          <pc:sldMk cId="0" sldId="277"/>
        </pc:sldMkLst>
        <pc:picChg chg="mod">
          <ac:chgData name="Ahmad Hida" userId="650a3f55b46e57b7" providerId="LiveId" clId="{ABE6E46E-6F03-46ED-A865-98F7ECAFABDE}" dt="2026-10-27T00:46:55.621" v="6" actId="1076"/>
          <ac:picMkLst>
            <pc:docMk/>
            <pc:sldMk cId="0" sldId="277"/>
            <ac:picMk id="10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47:02.508" v="8" actId="14100"/>
        <pc:sldMkLst>
          <pc:docMk/>
          <pc:sldMk cId="0" sldId="278"/>
        </pc:sldMkLst>
        <pc:picChg chg="mod">
          <ac:chgData name="Ahmad Hida" userId="650a3f55b46e57b7" providerId="LiveId" clId="{ABE6E46E-6F03-46ED-A865-98F7ECAFABDE}" dt="2026-10-27T00:47:02.508" v="8" actId="14100"/>
          <ac:picMkLst>
            <pc:docMk/>
            <pc:sldMk cId="0" sldId="278"/>
            <ac:picMk id="10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1:01:55.927" v="72"/>
        <pc:sldMkLst>
          <pc:docMk/>
          <pc:sldMk cId="0" sldId="279"/>
        </pc:sldMkLst>
        <pc:picChg chg="mod">
          <ac:chgData name="Ahmad Hida" userId="650a3f55b46e57b7" providerId="LiveId" clId="{ABE6E46E-6F03-46ED-A865-98F7ECAFABDE}" dt="2026-10-27T01:01:55.927" v="72"/>
          <ac:picMkLst>
            <pc:docMk/>
            <pc:sldMk cId="0" sldId="279"/>
            <ac:picMk id="10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1:01:14.996" v="70"/>
        <pc:sldMkLst>
          <pc:docMk/>
          <pc:sldMk cId="0" sldId="280"/>
        </pc:sldMkLst>
        <pc:picChg chg="mod">
          <ac:chgData name="Ahmad Hida" userId="650a3f55b46e57b7" providerId="LiveId" clId="{ABE6E46E-6F03-46ED-A865-98F7ECAFABDE}" dt="2026-10-27T01:01:14.996" v="70"/>
          <ac:picMkLst>
            <pc:docMk/>
            <pc:sldMk cId="0" sldId="280"/>
            <ac:picMk id="10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48:42.313" v="24" actId="14100"/>
        <pc:sldMkLst>
          <pc:docMk/>
          <pc:sldMk cId="0" sldId="281"/>
        </pc:sldMkLst>
        <pc:picChg chg="mod">
          <ac:chgData name="Ahmad Hida" userId="650a3f55b46e57b7" providerId="LiveId" clId="{ABE6E46E-6F03-46ED-A865-98F7ECAFABDE}" dt="2026-10-27T00:48:42.313" v="24" actId="14100"/>
          <ac:picMkLst>
            <pc:docMk/>
            <pc:sldMk cId="0" sldId="281"/>
            <ac:picMk id="10" creationId="{00000000-0000-0000-0000-000000000000}"/>
          </ac:picMkLst>
        </pc:picChg>
        <pc:picChg chg="mod">
          <ac:chgData name="Ahmad Hida" userId="650a3f55b46e57b7" providerId="LiveId" clId="{ABE6E46E-6F03-46ED-A865-98F7ECAFABDE}" dt="2026-10-27T00:48:39.452" v="23" actId="14100"/>
          <ac:picMkLst>
            <pc:docMk/>
            <pc:sldMk cId="0" sldId="281"/>
            <ac:picMk id="11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48:51.566" v="26" actId="113"/>
        <pc:sldMkLst>
          <pc:docMk/>
          <pc:sldMk cId="0" sldId="282"/>
        </pc:sldMkLst>
        <pc:spChg chg="mod">
          <ac:chgData name="Ahmad Hida" userId="650a3f55b46e57b7" providerId="LiveId" clId="{ABE6E46E-6F03-46ED-A865-98F7ECAFABDE}" dt="2026-10-27T00:48:51.566" v="26" actId="113"/>
          <ac:spMkLst>
            <pc:docMk/>
            <pc:sldMk cId="0" sldId="282"/>
            <ac:spMk id="9" creationId="{00000000-0000-0000-0000-000000000000}"/>
          </ac:spMkLst>
        </pc:spChg>
      </pc:sldChg>
      <pc:sldChg chg="modSp">
        <pc:chgData name="Ahmad Hida" userId="650a3f55b46e57b7" providerId="LiveId" clId="{ABE6E46E-6F03-46ED-A865-98F7ECAFABDE}" dt="2026-10-27T00:49:37.866" v="28" actId="14100"/>
        <pc:sldMkLst>
          <pc:docMk/>
          <pc:sldMk cId="0" sldId="284"/>
        </pc:sldMkLst>
        <pc:picChg chg="mod">
          <ac:chgData name="Ahmad Hida" userId="650a3f55b46e57b7" providerId="LiveId" clId="{ABE6E46E-6F03-46ED-A865-98F7ECAFABDE}" dt="2026-10-27T00:49:37.866" v="28" actId="14100"/>
          <ac:picMkLst>
            <pc:docMk/>
            <pc:sldMk cId="0" sldId="284"/>
            <ac:picMk id="10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50:30.803" v="30" actId="207"/>
        <pc:sldMkLst>
          <pc:docMk/>
          <pc:sldMk cId="0" sldId="294"/>
        </pc:sldMkLst>
        <pc:spChg chg="mod">
          <ac:chgData name="Ahmad Hida" userId="650a3f55b46e57b7" providerId="LiveId" clId="{ABE6E46E-6F03-46ED-A865-98F7ECAFABDE}" dt="2026-10-27T00:50:30.803" v="30" actId="207"/>
          <ac:spMkLst>
            <pc:docMk/>
            <pc:sldMk cId="0" sldId="294"/>
            <ac:spMk id="9" creationId="{00000000-0000-0000-0000-000000000000}"/>
          </ac:spMkLst>
        </pc:spChg>
      </pc:sldChg>
      <pc:sldChg chg="modSp">
        <pc:chgData name="Ahmad Hida" userId="650a3f55b46e57b7" providerId="LiveId" clId="{ABE6E46E-6F03-46ED-A865-98F7ECAFABDE}" dt="2026-10-27T00:51:03.295" v="36" actId="14100"/>
        <pc:sldMkLst>
          <pc:docMk/>
          <pc:sldMk cId="0" sldId="295"/>
        </pc:sldMkLst>
        <pc:picChg chg="mod">
          <ac:chgData name="Ahmad Hida" userId="650a3f55b46e57b7" providerId="LiveId" clId="{ABE6E46E-6F03-46ED-A865-98F7ECAFABDE}" dt="2026-10-27T00:50:57.549" v="34" actId="14100"/>
          <ac:picMkLst>
            <pc:docMk/>
            <pc:sldMk cId="0" sldId="295"/>
            <ac:picMk id="10" creationId="{00000000-0000-0000-0000-000000000000}"/>
          </ac:picMkLst>
        </pc:picChg>
        <pc:picChg chg="mod">
          <ac:chgData name="Ahmad Hida" userId="650a3f55b46e57b7" providerId="LiveId" clId="{ABE6E46E-6F03-46ED-A865-98F7ECAFABDE}" dt="2026-10-27T00:51:03.295" v="36" actId="14100"/>
          <ac:picMkLst>
            <pc:docMk/>
            <pc:sldMk cId="0" sldId="295"/>
            <ac:picMk id="11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51:15.805" v="37" actId="14100"/>
        <pc:sldMkLst>
          <pc:docMk/>
          <pc:sldMk cId="0" sldId="298"/>
        </pc:sldMkLst>
        <pc:picChg chg="mod">
          <ac:chgData name="Ahmad Hida" userId="650a3f55b46e57b7" providerId="LiveId" clId="{ABE6E46E-6F03-46ED-A865-98F7ECAFABDE}" dt="2026-10-27T00:51:15.805" v="37" actId="14100"/>
          <ac:picMkLst>
            <pc:docMk/>
            <pc:sldMk cId="0" sldId="298"/>
            <ac:picMk id="10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51:32.656" v="43" actId="14100"/>
        <pc:sldMkLst>
          <pc:docMk/>
          <pc:sldMk cId="0" sldId="299"/>
        </pc:sldMkLst>
        <pc:picChg chg="mod">
          <ac:chgData name="Ahmad Hida" userId="650a3f55b46e57b7" providerId="LiveId" clId="{ABE6E46E-6F03-46ED-A865-98F7ECAFABDE}" dt="2026-10-27T00:51:25.351" v="40" actId="14100"/>
          <ac:picMkLst>
            <pc:docMk/>
            <pc:sldMk cId="0" sldId="299"/>
            <ac:picMk id="10" creationId="{00000000-0000-0000-0000-000000000000}"/>
          </ac:picMkLst>
        </pc:picChg>
        <pc:picChg chg="mod">
          <ac:chgData name="Ahmad Hida" userId="650a3f55b46e57b7" providerId="LiveId" clId="{ABE6E46E-6F03-46ED-A865-98F7ECAFABDE}" dt="2026-10-27T00:51:32.656" v="43" actId="14100"/>
          <ac:picMkLst>
            <pc:docMk/>
            <pc:sldMk cId="0" sldId="299"/>
            <ac:picMk id="11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51:57.870" v="48" actId="14100"/>
        <pc:sldMkLst>
          <pc:docMk/>
          <pc:sldMk cId="0" sldId="300"/>
        </pc:sldMkLst>
        <pc:picChg chg="mod">
          <ac:chgData name="Ahmad Hida" userId="650a3f55b46e57b7" providerId="LiveId" clId="{ABE6E46E-6F03-46ED-A865-98F7ECAFABDE}" dt="2026-10-27T00:51:55.218" v="47" actId="14100"/>
          <ac:picMkLst>
            <pc:docMk/>
            <pc:sldMk cId="0" sldId="300"/>
            <ac:picMk id="10" creationId="{00000000-0000-0000-0000-000000000000}"/>
          </ac:picMkLst>
        </pc:picChg>
        <pc:picChg chg="mod">
          <ac:chgData name="Ahmad Hida" userId="650a3f55b46e57b7" providerId="LiveId" clId="{ABE6E46E-6F03-46ED-A865-98F7ECAFABDE}" dt="2026-10-27T00:51:57.870" v="48" actId="14100"/>
          <ac:picMkLst>
            <pc:docMk/>
            <pc:sldMk cId="0" sldId="300"/>
            <ac:picMk id="11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52:18.259" v="53" actId="14100"/>
        <pc:sldMkLst>
          <pc:docMk/>
          <pc:sldMk cId="0" sldId="301"/>
        </pc:sldMkLst>
        <pc:picChg chg="mod">
          <ac:chgData name="Ahmad Hida" userId="650a3f55b46e57b7" providerId="LiveId" clId="{ABE6E46E-6F03-46ED-A865-98F7ECAFABDE}" dt="2026-10-27T00:52:13.591" v="52" actId="14100"/>
          <ac:picMkLst>
            <pc:docMk/>
            <pc:sldMk cId="0" sldId="301"/>
            <ac:picMk id="10" creationId="{00000000-0000-0000-0000-000000000000}"/>
          </ac:picMkLst>
        </pc:picChg>
        <pc:picChg chg="mod">
          <ac:chgData name="Ahmad Hida" userId="650a3f55b46e57b7" providerId="LiveId" clId="{ABE6E46E-6F03-46ED-A865-98F7ECAFABDE}" dt="2026-10-27T00:52:18.259" v="53" actId="14100"/>
          <ac:picMkLst>
            <pc:docMk/>
            <pc:sldMk cId="0" sldId="301"/>
            <ac:picMk id="11" creationId="{00000000-0000-0000-0000-000000000000}"/>
          </ac:picMkLst>
        </pc:picChg>
      </pc:sldChg>
      <pc:sldChg chg="modSp">
        <pc:chgData name="Ahmad Hida" userId="650a3f55b46e57b7" providerId="LiveId" clId="{ABE6E46E-6F03-46ED-A865-98F7ECAFABDE}" dt="2026-10-27T00:53:17.576" v="65" actId="1076"/>
        <pc:sldMkLst>
          <pc:docMk/>
          <pc:sldMk cId="0" sldId="302"/>
        </pc:sldMkLst>
        <pc:picChg chg="mod">
          <ac:chgData name="Ahmad Hida" userId="650a3f55b46e57b7" providerId="LiveId" clId="{ABE6E46E-6F03-46ED-A865-98F7ECAFABDE}" dt="2026-10-27T00:53:14.294" v="64" actId="1076"/>
          <ac:picMkLst>
            <pc:docMk/>
            <pc:sldMk cId="0" sldId="302"/>
            <ac:picMk id="10" creationId="{00000000-0000-0000-0000-000000000000}"/>
          </ac:picMkLst>
        </pc:picChg>
        <pc:picChg chg="mod">
          <ac:chgData name="Ahmad Hida" userId="650a3f55b46e57b7" providerId="LiveId" clId="{ABE6E46E-6F03-46ED-A865-98F7ECAFABDE}" dt="2026-10-27T00:53:17.576" v="65" actId="1076"/>
          <ac:picMkLst>
            <pc:docMk/>
            <pc:sldMk cId="0" sldId="302"/>
            <ac:picMk id="11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1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" y="0"/>
            <a:ext cx="1218072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3E0D0"/>
                </a:solidFill>
                <a:latin typeface="Arial"/>
              </a:rPr>
              <a:t>SECTION 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28803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AP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0"/>
            <a:ext cx="64008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447" y="109728"/>
            <a:ext cx="987552" cy="9087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770"/>
                </a:solidFill>
                <a:latin typeface="Arial"/>
              </a:rPr>
              <a:t>ORACLE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67712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8395B"/>
                </a:solidFill>
                <a:latin typeface="Arial"/>
              </a:rPr>
              <a:t>Accounts Payable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2971800"/>
            <a:ext cx="67208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latin typeface="Arial"/>
              </a:rPr>
              <a:t>Configure user access, business-unit permissions, accounting periods, and banking.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4160520"/>
            <a:ext cx="6903720" cy="22860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4407408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4754880"/>
            <a:ext cx="6720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343E"/>
                </a:solidFill>
                <a:latin typeface="Arial"/>
              </a:rPr>
              <a:t>User roles  •  Data access  •  Accounting periods  •  Banks and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6263640"/>
            <a:ext cx="6766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717C"/>
                </a:solidFill>
                <a:latin typeface="Arial"/>
              </a:rPr>
              <a:t>NEXT Technology Development  •  Oracle Fusion Financials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SETUP · 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Navigator / Tools / Security Console / Users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Example role: Accounts Payable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673352"/>
            <a:ext cx="6080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770"/>
                </a:solidFill>
                <a:latin typeface="Arial"/>
              </a:rPr>
              <a:t>USER ROLE SETUP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331720"/>
            <a:ext cx="138988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39" y="244144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770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39" y="2724912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395B"/>
                </a:solidFill>
                <a:latin typeface="Arial"/>
              </a:rPr>
              <a:t>Navigator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5999" y="2606039"/>
            <a:ext cx="164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9187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2331720"/>
            <a:ext cx="138988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244144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770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24912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39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606039"/>
            <a:ext cx="164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9187"/>
                </a:solidFill>
                <a:latin typeface="Arial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2331720"/>
            <a:ext cx="138988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244144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770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724912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395B"/>
                </a:solidFill>
                <a:latin typeface="Arial"/>
              </a:rPr>
              <a:t>Security
Console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2606039"/>
            <a:ext cx="164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9187"/>
                </a:solidFill>
                <a:latin typeface="Arial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2331720"/>
            <a:ext cx="138988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244144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770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724912"/>
            <a:ext cx="1133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395B"/>
                </a:solidFill>
                <a:latin typeface="Arial"/>
              </a:rPr>
              <a:t>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767328"/>
            <a:ext cx="6080760" cy="1051560"/>
          </a:xfrm>
          <a:prstGeom prst="roundRect">
            <a:avLst/>
          </a:prstGeom>
          <a:solidFill>
            <a:srgbClr val="F8FAFB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3968496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770"/>
                </a:solidFill>
                <a:latin typeface="Arial"/>
              </a:rPr>
              <a:t>ROLE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315968"/>
            <a:ext cx="5303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395B"/>
                </a:solidFill>
                <a:latin typeface="Arial"/>
              </a:rPr>
              <a:t>Accounts Payable Manager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32" name="Oval 31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Search for the user and
select Edit.</a:t>
            </a:r>
          </a:p>
        </p:txBody>
      </p:sp>
      <p:sp>
        <p:nvSpPr>
          <p:cNvPr id="34" name="Oval 33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Add the required Accounts
Payable role.</a:t>
            </a:r>
          </a:p>
        </p:txBody>
      </p:sp>
      <p:sp>
        <p:nvSpPr>
          <p:cNvPr id="36" name="Oval 35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Add role membership, then
select Done.</a:t>
            </a:r>
          </a:p>
        </p:txBody>
      </p:sp>
      <p:sp>
        <p:nvSpPr>
          <p:cNvPr id="38" name="Oval 37"/>
          <p:cNvSpPr/>
          <p:nvPr/>
        </p:nvSpPr>
        <p:spPr>
          <a:xfrm>
            <a:off x="7973568" y="3683508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6743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Save and Close.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01 / 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SETUP · 02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Data Access for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Setup and Maintenance / Manage Data Access for Users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tup_0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37283"/>
            <a:ext cx="6419088" cy="28630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Access is scoped to Business Unit MDC-BU.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the user and the
assigned AP role.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the Business Unit
context to MDC-BU.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Save and Close.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02 / 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SETUP · 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Open First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Setup and Maintenance / Open First Period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tup_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84248"/>
            <a:ext cx="6419088" cy="30824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Ledger: MDC_2026 EG  •  Period: Oct-26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the data access set
and ledger MDC_2026 EG.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Choose the accounting
period Oct-26.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Submit and check the
process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03 / 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SETUP · 04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Bank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Setup and Maintenance / Manage Banks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tup_04_1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096" y="2037283"/>
            <a:ext cx="6419088" cy="28645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Bank code: 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721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the country to Egypt
and enter bank
MDC_HSBC_BANK.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742438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33294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Enter and verify bank code
01.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327146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1800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Save and Close.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04 / 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SETUP · 05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Bank Branch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Setup and Maintenance / Manage Bank Branches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tup_05_1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664" y="2250702"/>
            <a:ext cx="6419088" cy="24112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Branch: MDC_HSBC_BRANCH  •  Number: 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721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bank
MDC_HSBC_BANK and
branch MDC_HSBC_BRANCH.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742438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33294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Enter branch number 001
and type Other.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327146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1800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Save and Close.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05 / 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SETUP · 06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Bank Account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Setup and Maintenance / Manage Bank Accounts / Create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etup_0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1488080"/>
            <a:ext cx="6345936" cy="2781302"/>
          </a:xfrm>
          <a:prstGeom prst="rect">
            <a:avLst/>
          </a:prstGeom>
        </p:spPr>
      </p:pic>
      <p:pic>
        <p:nvPicPr>
          <p:cNvPr id="11" name="Picture 10" descr="setup_06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6" y="4269382"/>
            <a:ext cx="6300817" cy="12517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Account: MDC_HSBC_EGP_ACCOUNT  •  Currency: EGP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1178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Enter account
MDC_HSBC_EGP_ACCOUNT,
number 11223344556677,
currency EGP, and owner
MDC_LEGALENTITY.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319913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89986"/>
            <a:ext cx="3108960" cy="721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Enable Payables; Payroll
and Receivables are also
selected.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40121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03040"/>
            <a:ext cx="3108960" cy="94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Cash 01-0001-11010,
Cash Clearing
01-0001-11015, and
Differences 01-0001-53422.</a:t>
            </a:r>
          </a:p>
        </p:txBody>
      </p:sp>
      <p:sp>
        <p:nvSpPr>
          <p:cNvPr id="21" name="Oval 20"/>
          <p:cNvSpPr/>
          <p:nvPr/>
        </p:nvSpPr>
        <p:spPr>
          <a:xfrm>
            <a:off x="7973568" y="50535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44440"/>
            <a:ext cx="3108960" cy="721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Add MDC-BU to Business
Unit Access, then save and
close.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06 / 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3E0D0"/>
                </a:solidFill>
                <a:latin typeface="Arial"/>
              </a:rPr>
              <a:t>SECTION 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28803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Tax &amp; Withholding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0"/>
            <a:ext cx="64008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447" y="109728"/>
            <a:ext cx="987552" cy="9087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770"/>
                </a:solidFill>
                <a:latin typeface="Arial"/>
              </a:rPr>
              <a:t>ORACLE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67712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8395B"/>
                </a:solidFill>
                <a:latin typeface="Arial"/>
              </a:rPr>
              <a:t>Accounts Payable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2971800"/>
            <a:ext cx="67208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latin typeface="Arial"/>
              </a:rPr>
              <a:t>Configure VAT and withholding tax, review invoice tax, and confirm accounting.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4160520"/>
            <a:ext cx="6903720" cy="22860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4407408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4754880"/>
            <a:ext cx="6720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343E"/>
                </a:solidFill>
                <a:latin typeface="Arial"/>
              </a:rPr>
              <a:t>VAT setup  •  Invoice tax  •  Withholding rates  •  Ledger posting and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6263640"/>
            <a:ext cx="6766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717C"/>
                </a:solidFill>
                <a:latin typeface="Arial"/>
              </a:rPr>
              <a:t>NEXT Technology Development  •  Oracle Fusion Financials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TAX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VAT &amp; Withholding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A practical guide to tax setup, invoice review, payment, and ledger posting.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Business Unit: MDC-BU  •  Primary Ledger: MDC_2026 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67335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770"/>
                </a:solidFill>
                <a:latin typeface="Arial"/>
              </a:rPr>
              <a:t>VAT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011680"/>
            <a:ext cx="2889504" cy="25603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26771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770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249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395B"/>
                </a:solidFill>
                <a:latin typeface="Arial"/>
              </a:rPr>
              <a:t>Configure VAT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63824"/>
            <a:ext cx="2395728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43E"/>
                </a:solidFill>
                <a:latin typeface="Arial"/>
              </a:rPr>
              <a:t>Tax definition
Rule defaults
Invoice review
Ledger posting
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6784" y="1673352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770"/>
                </a:solidFill>
                <a:latin typeface="Arial"/>
              </a:rPr>
              <a:t>WITHHOLDING 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011680"/>
            <a:ext cx="2944368" cy="25603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87952" y="226771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77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72491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95B"/>
                </a:solidFill>
                <a:latin typeface="Arial"/>
              </a:rPr>
              <a:t>Configure withholding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3346704"/>
            <a:ext cx="2395728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43E"/>
                </a:solidFill>
                <a:latin typeface="Arial"/>
              </a:rPr>
              <a:t>Register authority
Set tax rate
Review invoice
Post liability
Pay net amount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PROCESS OVERVIEW</a:t>
            </a:r>
          </a:p>
        </p:txBody>
      </p:sp>
      <p:sp>
        <p:nvSpPr>
          <p:cNvPr id="23" name="Oval 22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0"/>
            <a:ext cx="3108960" cy="1178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Configure VAT rules,
confirm the jurisdiction and
tax rates, then review VAT
on invoices and ledger
entries.</a:t>
            </a:r>
          </a:p>
        </p:txBody>
      </p:sp>
      <p:sp>
        <p:nvSpPr>
          <p:cNvPr id="25" name="Oval 24"/>
          <p:cNvSpPr/>
          <p:nvPr/>
        </p:nvSpPr>
        <p:spPr>
          <a:xfrm>
            <a:off x="7973568" y="319913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89986"/>
            <a:ext cx="3108960" cy="1178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the withholding tax
authority and rate, validate
the withheld amount, and
pay the supplier net
amount.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VAT · 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Create VAT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Create a VAT tax definition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17904"/>
            <a:ext cx="6498336" cy="41696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Configuration owner: MDC_BU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Create a new VAT tax.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340863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Assign it to MDC TAX
REGIME.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2925571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164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the currency to EGP.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3337051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27907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the owner is
MDC_BU.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01 / 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VAT · 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VAT Tax Rule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Set the VAT tax rule defaults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34594"/>
            <a:ext cx="6419088" cy="39362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Defaults: Jurisdiction · Status · Recovery Rate · Tax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the tax jurisdiction.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340863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the tax status.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275234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Choose the recovery and
tax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02 / 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VAT · 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Tax Invoice — VAT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Review the invoice VAT lines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22" y="1517904"/>
            <a:ext cx="5975234" cy="41696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Invoice 002: EGP 3,330 total  •  EGP 330 VAT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Check VAT lines on invoice
002.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rates of 14% and
5%.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Verify total VAT of EGP 330.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03 / 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VAT · 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VAT Posting to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Review the VAT ledger entry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41785"/>
            <a:ext cx="6419088" cy="41219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Accounting lines: recoverable VAT EGP 330  •  Expense EGP 3,000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the entry after
approval.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Record recoverable VAT of
EGP 330.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Charge EGP 3,000 to
expense.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3683508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743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Verify debits and credits.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04 / 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VAT · 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Pay in Full — VAT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Pay the VAT invoice in full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291985"/>
            <a:ext cx="6419088" cy="26215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Bank account: MDC_HSBC_EGP_ACCOUNT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invoice 002 for
payment.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the total is EGP
3,330.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Choose Check as the
payment method.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05 / 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WITHHOLDING TAX · 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Supplier Tax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Add the tax authority as a supplier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5" y="1950764"/>
            <a:ext cx="6419088" cy="33039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Supplier number: 1537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Register the tax authority
as a supplier.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Set its supplier type to Tax
Authority.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Use supplier
MDC_TAX_AUTHORITY.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3683508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74364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Verify supplier number
1537.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06 / 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WITHHOLDING TAX · 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Withholding Tax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Configure the withholding rate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658752"/>
            <a:ext cx="6419088" cy="18879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Tax liability account: 01-0001-21525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Create rate
MDC_WITHHOLD at 1%.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Link the rate to the
authority and site.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Assign the tax liability
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07 / 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WITHHOLDING TAX · 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395B"/>
                </a:solidFill>
                <a:latin typeface="Arial"/>
              </a:rPr>
              <a:t>Invoice with Withholding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Review the withholding invoice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50180"/>
            <a:ext cx="6419088" cy="41051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Net amount due: EGP 1,980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invoice 004 for EGP
2,000.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Apply withholding tax at
1%.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EGP 20 is withheld.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08 / 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WITHHOLDING TAX · 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Withholding Tax Posting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Post withholding tax to the ledger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0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5" y="1530076"/>
            <a:ext cx="6419088" cy="41453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Posting account: 01-0001-21525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Record EGP 20 as
withholding tax.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Post it to the tax liability
account.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Use account 01-0001-21525.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09 / 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WITHHOLDING TAX · 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Pay in Full — Withholding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Pay the net amount due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x_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310641"/>
            <a:ext cx="6419088" cy="2584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Payment method: Check  •  MDC_HSBC_EGP_ACCOUNT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Deduct EGP 20 withholding
tax.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Pay the net amount of EGP
1,980.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Use the HSBC EGP bank
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3E0D0"/>
                </a:solidFill>
                <a:latin typeface="Arial"/>
              </a:rPr>
              <a:t>SECTION 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28803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AP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0" y="0"/>
            <a:ext cx="64008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447" y="109728"/>
            <a:ext cx="987552" cy="9087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4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770"/>
                </a:solidFill>
                <a:latin typeface="Arial"/>
              </a:rPr>
              <a:t>ORACLE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267712"/>
            <a:ext cx="6858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8395B"/>
                </a:solidFill>
                <a:latin typeface="Arial"/>
              </a:rPr>
              <a:t>Accounts Payable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2971800"/>
            <a:ext cx="67208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latin typeface="Arial"/>
              </a:rPr>
              <a:t>Follow the Accounts Payable transaction sequence from prepayment through refunds, voids, and period recognition.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4160520"/>
            <a:ext cx="6903720" cy="22860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4407408"/>
            <a:ext cx="27432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IN THIS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4754880"/>
            <a:ext cx="6720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343E"/>
                </a:solidFill>
                <a:latin typeface="Arial"/>
              </a:rPr>
              <a:t>Prepayment  •  Refund  •  Void  •  Multi-Period Accounting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6263640"/>
            <a:ext cx="6766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5717C"/>
                </a:solidFill>
                <a:latin typeface="Arial"/>
              </a:rPr>
              <a:t>NEXT Technology Development  •  Oracle Fusion Financials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PREPAYMENT · 01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Create Prepayment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17904"/>
            <a:ext cx="6069517" cy="2039112"/>
          </a:xfrm>
          <a:prstGeom prst="rect">
            <a:avLst/>
          </a:prstGeom>
        </p:spPr>
      </p:pic>
      <p:pic>
        <p:nvPicPr>
          <p:cNvPr id="11" name="Picture 10" descr="fares_0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48456"/>
            <a:ext cx="6069517" cy="2039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Invoice 0101  •  Prepayment  •  EGP 20,000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Create invoice 0101 as a
prepayment.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Enter EGP 20,000 and
supplier details.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the distribution
lines before saving.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01 / 13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PREPAYMENT · 02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395B"/>
                </a:solidFill>
                <a:latin typeface="Arial"/>
              </a:rPr>
              <a:t>Review Prepayment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99080"/>
            <a:ext cx="6419088" cy="30073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Invoice 0101  •  Review the prepayment account and related tax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invoice 0101 is
validated.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the EGP 20,000
prepayment line.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Check the related tax and
liability accounts.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02 / 13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PREPAYMENT · 03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Pay Prepayment in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83425"/>
            <a:ext cx="6419088" cy="30386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Payment: EGP 20,000  •  Method: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Pay invoice 0101: EGP
20,000.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Check as the
payment method.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721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Use the
MDC_HSBC_EGP_ACCOUNT
bank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03 / 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PREPAYMENT · 04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Review T-Accounts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72691"/>
            <a:ext cx="6419088" cy="32493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Transaction 0101  •  Confirm debit and credit totals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Open T-Accounts for
transaction 0101.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EGP 20,000 in
Prepayments.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Check that debit and credit
totals balance.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04 / 13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REFUND · 05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Create a Debit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252" y="1517904"/>
            <a:ext cx="5771214" cy="2039112"/>
          </a:xfrm>
          <a:prstGeom prst="rect">
            <a:avLst/>
          </a:prstGeom>
        </p:spPr>
      </p:pic>
      <p:pic>
        <p:nvPicPr>
          <p:cNvPr id="11" name="Picture 10" descr="fares_0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252" y="3648456"/>
            <a:ext cx="5771214" cy="2039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Debit memo 0106  •  Correction to invoice 0105  •  EGP -150,000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Create debit memo 0106 to
correct invoice 0105.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the correction
amount: EGP -150,000.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supplier and
correction details.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05 / 13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REFUND · 06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Enter the Refund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517904"/>
            <a:ext cx="5332301" cy="2039112"/>
          </a:xfrm>
          <a:prstGeom prst="rect">
            <a:avLst/>
          </a:prstGeom>
        </p:spPr>
      </p:pic>
      <p:pic>
        <p:nvPicPr>
          <p:cNvPr id="11" name="Picture 10" descr="fares_06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3" y="3648456"/>
            <a:ext cx="5332300" cy="2039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Debit memo 0106  •  Refund balance: EGP -150,000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debit memo 0106 in
Add Payment.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Verify the negative EGP
150,000 balance.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the supplier, date,
and payment method.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06 / 13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VOID · 07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Void Payment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17904"/>
            <a:ext cx="6419088" cy="1891792"/>
          </a:xfrm>
          <a:prstGeom prst="rect">
            <a:avLst/>
          </a:prstGeom>
        </p:spPr>
      </p:pic>
      <p:pic>
        <p:nvPicPr>
          <p:cNvPr id="11" name="Picture 10" descr="fares_07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5" y="3429000"/>
            <a:ext cx="6419088" cy="2238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Payment 4  •  EGP 20,000  •  Confirm status is Voided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Open payment 4 for EGP
20,000.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Enter the void date and
accounting date.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Submit and confirm the
status changes to Voided.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07 / 13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MULTI-PERIOD ACCOUNTING · 08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Prepare Invoice 0100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43" y="1397203"/>
            <a:ext cx="6102794" cy="2701093"/>
          </a:xfrm>
          <a:prstGeom prst="rect">
            <a:avLst/>
          </a:prstGeom>
        </p:spPr>
      </p:pic>
      <p:pic>
        <p:nvPicPr>
          <p:cNvPr id="11" name="Picture 10" descr="fares_08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07" y="3508148"/>
            <a:ext cx="6011354" cy="24628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Invoice 0100  •  Building Rental  •  EGP 120,000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Create standard invoice
0100 for EGP 120,000.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Enter the supplier and
Building Rental details.</a:t>
            </a:r>
          </a:p>
        </p:txBody>
      </p:sp>
      <p:sp>
        <p:nvSpPr>
          <p:cNvPr id="19" name="Oval 18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the Multi-Period
Accounting tab.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08 / 13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MULTI-PERIOD ACCOUNTING · 09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Review Accounting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0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90684"/>
            <a:ext cx="6419088" cy="30241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Invoice 0100  •  Review distributions before accounting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Inspect accounting lines for
invoice 0100.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deferred-item, tax,
and liability accounts.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distributions before
scheduling accounting.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09 / 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MULTI-PERIOD ACCOUNTING · 10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Reconcile Accounting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78677"/>
            <a:ext cx="6419088" cy="30481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Invoice 0100  •  Reconcile the recognition entry to the ledger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Review the accounting lines
for invoice 0100.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Check deferred-item and
tax classifications.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Reconcile the entry totals
to the ledger.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MULTI-PERIOD ACCOUNTING · 11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Pay Invoice 0100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83678"/>
            <a:ext cx="6419087" cy="30381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Payment for invoice 0100  •  EGP 120,000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Pay invoice 0100 for EGP
120,000.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Select Check and the HSBC
EGP bank account.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Confirm the payment
document and number.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MULTI-PERIOD ACCOUNTING · 12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395B"/>
                </a:solidFill>
                <a:latin typeface="Arial"/>
              </a:rPr>
              <a:t>Schedule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1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76303"/>
            <a:ext cx="6419088" cy="30528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Create Multiperiod Accounting  •  Review the process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Choose Create Multiperiod
Accounting.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The job creates recognition
journal entries.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Schedule the process and
review its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770"/>
                </a:solidFill>
                <a:latin typeface="Arial"/>
              </a:rPr>
              <a:t>MULTI-PERIOD ACCOUNTING · 13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9921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395B"/>
                </a:solidFill>
                <a:latin typeface="Arial"/>
              </a:rPr>
              <a:t>Review the Execution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86968"/>
            <a:ext cx="9738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 i="0">
                <a:solidFill>
                  <a:srgbClr val="65717C"/>
                </a:solidFill>
                <a:latin typeface="Arial"/>
              </a:rPr>
              <a:t>Oracle Fusion AP  ·  Transaction workflow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159" y="54864"/>
            <a:ext cx="886968" cy="8162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197864"/>
            <a:ext cx="11109960" cy="16459"/>
          </a:xfrm>
          <a:prstGeom prst="rect">
            <a:avLst/>
          </a:prstGeom>
          <a:solidFill>
            <a:srgbClr val="D7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353312"/>
            <a:ext cx="683971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73152" cy="4498848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res_1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25" y="1517904"/>
            <a:ext cx="5406428" cy="41696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5943600"/>
            <a:ext cx="67482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65717C"/>
                </a:solidFill>
                <a:latin typeface="Arial"/>
              </a:rPr>
              <a:t>Execution result  •  0 errors  •  1 journal entry  •  EGP 10,000 recognized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353312"/>
            <a:ext cx="4096512" cy="4572000"/>
          </a:xfrm>
          <a:prstGeom prst="round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554480"/>
            <a:ext cx="34564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770"/>
                </a:solidFill>
                <a:latin typeface="Arial"/>
              </a:rPr>
              <a:t>KEY 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1929384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The process completed with
0 errors and 1 entry.</a:t>
            </a:r>
          </a:p>
        </p:txBody>
      </p:sp>
      <p:sp>
        <p:nvSpPr>
          <p:cNvPr id="16" name="Oval 15"/>
          <p:cNvSpPr/>
          <p:nvPr/>
        </p:nvSpPr>
        <p:spPr>
          <a:xfrm>
            <a:off x="7973568" y="2514092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04948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EGP 10,000 was recorded as
item expense.</a:t>
            </a:r>
          </a:p>
        </p:txBody>
      </p:sp>
      <p:sp>
        <p:nvSpPr>
          <p:cNvPr id="18" name="Oval 17"/>
          <p:cNvSpPr/>
          <p:nvPr/>
        </p:nvSpPr>
        <p:spPr>
          <a:xfrm>
            <a:off x="7973568" y="3098800"/>
            <a:ext cx="310896" cy="310896"/>
          </a:xfrm>
          <a:prstGeom prst="ellipse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89656"/>
            <a:ext cx="3108960" cy="493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A343E"/>
                </a:solidFill>
                <a:latin typeface="Arial"/>
              </a:rPr>
              <a:t>EGP 10,000 was credited to
the deferred item.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9784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5717C"/>
                </a:solidFill>
                <a:latin typeface="Arial"/>
              </a:rPr>
              <a:t>Oracle Fusion AP ·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7770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1687</Words>
  <Application>Microsoft Office PowerPoint</Application>
  <PresentationFormat>Widescreen</PresentationFormat>
  <Paragraphs>444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Ahmad Hida</cp:lastModifiedBy>
  <cp:revision>2</cp:revision>
  <dcterms:created xsi:type="dcterms:W3CDTF">2013-01-27T09:14:16Z</dcterms:created>
  <dcterms:modified xsi:type="dcterms:W3CDTF">2026-10-27T01:03:53Z</dcterms:modified>
  <cp:category/>
</cp:coreProperties>
</file>